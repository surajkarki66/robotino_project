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46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44" r:id="rId21"/>
    <p:sldId id="345" r:id="rId22"/>
    <p:sldId id="357" r:id="rId23"/>
    <p:sldId id="346" r:id="rId24"/>
    <p:sldId id="358" r:id="rId25"/>
    <p:sldId id="359" r:id="rId26"/>
    <p:sldId id="360" r:id="rId27"/>
    <p:sldId id="347" r:id="rId28"/>
    <p:sldId id="349" r:id="rId29"/>
    <p:sldId id="348" r:id="rId30"/>
    <p:sldId id="350" r:id="rId31"/>
    <p:sldId id="351" r:id="rId32"/>
    <p:sldId id="352" r:id="rId33"/>
    <p:sldId id="353" r:id="rId34"/>
    <p:sldId id="354" r:id="rId35"/>
    <p:sldId id="355" r:id="rId36"/>
    <p:sldId id="356" r:id="rId37"/>
    <p:sldId id="364" r:id="rId38"/>
    <p:sldId id="329" r:id="rId39"/>
    <p:sldId id="363" r:id="rId40"/>
    <p:sldId id="361" r:id="rId41"/>
    <p:sldId id="362" r:id="rId42"/>
    <p:sldId id="331" r:id="rId43"/>
    <p:sldId id="266" r:id="rId44"/>
    <p:sldId id="267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viewProps" Target="view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5770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601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1945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95448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7.png"/><Relationship Id="rId5" Type="http://schemas.openxmlformats.org/officeDocument/2006/relationships/image" Target="../media/image5.wmf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 path networks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are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challenging and time-consuming.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 and localization errors reduce </a:t>
            </a:r>
            <a:r>
              <a:rPr lang="en-US" b="1" dirty="0">
                <a:latin typeface="HSBI Lausanne 300"/>
              </a:rPr>
              <a:t>accuracy and robustness</a:t>
            </a: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D419219C-6752-02FD-D40A-963FEAFD25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130" y="3581858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To generate a map of the environment including  stations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66BF20B5-882D-0740-E8C6-80321E9A3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431" y="3200399"/>
            <a:ext cx="3857800" cy="273231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BAFEA3C-08F3-B0DF-DA0A-731A29648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70" y="3200399"/>
            <a:ext cx="3857800" cy="273231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1CA581-4D0C-128C-267A-F47BEEEB2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70" y="3200399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3FE537B-A6D2-6428-DB66-CA8618E7C00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D6C5061-4BBC-9344-C2D8-288CEE4DDA57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Heuristic-Based: Combines actual cost from the start with estimated cost to the goal.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Examination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Experimental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setup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Programming Language: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MATLAB </a:t>
            </a:r>
            <a:r>
              <a:rPr lang="de-DE" b="0" i="0" dirty="0">
                <a:solidFill>
                  <a:srgbClr val="001D35"/>
                </a:solidFill>
                <a:effectLst/>
                <a:latin typeface="Google Sans"/>
              </a:rPr>
              <a:t>R2025a</a:t>
            </a:r>
            <a:r>
              <a:rPr lang="en-GB" dirty="0">
                <a:latin typeface="HSBI Lausanne 300"/>
              </a:rPr>
              <a:t>: High-level programming language, widely used for numeric computing, data analysis, algorithm development, simulation and visualization.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Toolboxes: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Lidar Toolbox: MATLAB’s toolbox that provides algorithms, apps, and tools for working with LiDAR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Navigation Toolbox: Another MATLAB’s toolbox that provides algorithms and analysis tools for motion planning, SLAM, and inertial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GB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7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5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Entwurf, Zeichnung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60" y="2373084"/>
            <a:ext cx="4583036" cy="3701683"/>
          </a:xfrm>
          <a:prstGeom prst="rect">
            <a:avLst/>
          </a:prstGeom>
        </p:spPr>
      </p:pic>
      <p:pic>
        <p:nvPicPr>
          <p:cNvPr id="6" name="Video 4">
            <a:hlinkClick r:id="" action="ppaction://media"/>
            <a:extLst>
              <a:ext uri="{FF2B5EF4-FFF2-40B4-BE49-F238E27FC236}">
                <a16:creationId xmlns:a16="http://schemas.microsoft.com/office/drawing/2014/main" id="{BCD9E77F-1BFD-DAC3-164E-0C6F565E6D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42054" y="2667537"/>
            <a:ext cx="6057298" cy="3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33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Warehouse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159" y="2406302"/>
            <a:ext cx="4741685" cy="36709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DA42FA-594B-0E76-A648-1B6D343BD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879" y="2321555"/>
            <a:ext cx="4951961" cy="378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40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RRT*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60" y="2463842"/>
            <a:ext cx="5885726" cy="366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697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A*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0E524CDF-34B2-62A7-998E-3C061BF49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51" y="2452955"/>
            <a:ext cx="5935533" cy="373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72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1946</Words>
  <Application>Microsoft Office PowerPoint</Application>
  <PresentationFormat>Breitbild</PresentationFormat>
  <Paragraphs>404</Paragraphs>
  <Slides>42</Slides>
  <Notes>42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42</vt:i4>
      </vt:variant>
    </vt:vector>
  </HeadingPairs>
  <TitlesOfParts>
    <vt:vector size="52" baseType="lpstr">
      <vt:lpstr>-apple-system</vt:lpstr>
      <vt:lpstr>Arial</vt:lpstr>
      <vt:lpstr>Google Sans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1492</cp:revision>
  <dcterms:created xsi:type="dcterms:W3CDTF">2022-09-29T08:30:07Z</dcterms:created>
  <dcterms:modified xsi:type="dcterms:W3CDTF">2025-09-12T08:56:27Z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