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26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29" r:id="rId21"/>
    <p:sldId id="330" r:id="rId22"/>
    <p:sldId id="331" r:id="rId23"/>
    <p:sldId id="266" r:id="rId24"/>
    <p:sldId id="267" r:id="rId2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069055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 and localization errors reduce </a:t>
            </a:r>
            <a:r>
              <a:rPr lang="en-US" b="1" dirty="0">
                <a:latin typeface="HSBI Lausanne 300"/>
              </a:rPr>
              <a:t>accuracy and robustness</a:t>
            </a: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419219C-6752-02FD-D40A-963FEAFD2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130" y="3581858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Map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Discussion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761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conclusion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880</Words>
  <Application>Microsoft Office PowerPoint</Application>
  <PresentationFormat>Breitbild</PresentationFormat>
  <Paragraphs>167</Paragraphs>
  <Slides>22</Slides>
  <Notes>22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22</vt:i4>
      </vt:variant>
    </vt:vector>
  </HeadingPairs>
  <TitlesOfParts>
    <vt:vector size="30" baseType="lpstr">
      <vt:lpstr>Arial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1376</cp:revision>
  <dcterms:created xsi:type="dcterms:W3CDTF">2022-09-29T08:30:07Z</dcterms:created>
  <dcterms:modified xsi:type="dcterms:W3CDTF">2025-09-05T13:40:27Z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